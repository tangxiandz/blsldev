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8ACE9-BFC0-4C75-1C5F-677DE17C9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420EAC-75A2-48BE-BB5F-7D2D50186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308229-694E-28D1-801D-D4CDDFFE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46958-C8EF-2DBF-1CD8-38C85603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76A462-EA9E-3C05-9022-493953A7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05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81ED2-E43C-4F53-D4DE-EBCC0D3D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D5E68-5DCA-9A38-63E5-4F60DCBFA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445A2-C9F4-C3A7-76F2-DED69193E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C825E-29FC-814F-83F9-9549CACF4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83A4E0-5675-0E6D-0DF7-C7B2307E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67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3B50F-E4FE-5A56-1A78-27B0B9BFA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D0371-3098-CCDF-2898-9FCE73D34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04B949-87EB-36B7-35C2-45EB00F9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F10DC2-45A3-06ED-338D-B3E4D520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FE44FD-E1E9-2686-259C-96467D13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27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BAE53-5DDA-74F6-41EA-FF1E9A43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0C0213-763F-1A11-2943-5CAB0F582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8A856E-9D3E-FF78-6300-B605696E9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94C283-93A4-E734-1C13-EC0532882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1C2243-3F74-62AD-15ED-E0E9322A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EB5212-D159-F7A8-DA01-FB7FDE78A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34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A59F7-0868-9DD9-624C-4EBA8D2E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49CFCA-48BB-0074-0D2E-58838E7C7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D6A05B-2AB4-4F3C-4A26-5BED6D947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44679F-D1EC-F1B9-E324-9EB92D473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2D08B7-2289-9B35-AB28-77D7340A6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7AACBD-4D2D-7E64-F347-7C3730D70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4BF410-3BB1-EB96-B0BC-7BC87556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FEFB75-9DDB-4086-4B2F-26DD6890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07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B56E3-F32E-41E3-DD98-BEF604C1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D9DD61-A7C0-D709-2C29-FED11389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9E3B93-60D2-BF1D-284D-68C0102F5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FCA35B-C766-4E33-7C40-2E30F59AA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81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5FB4A8-61AC-D2BA-E0C0-A4620E75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53B54A-0A6B-DE2E-737E-EA11258B9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895EDD-3F24-4881-F16A-9A4FA516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94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C650B-3600-80C6-B830-5266DFB12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DDB7FD-1EF0-7BD7-58D2-D6BA43EC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EC43BF-354E-3ABA-CEB0-4172346B7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E01820-FCF9-F722-449B-E7DA74B73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EC840A-742C-112E-CA66-C6BF3DC6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5EAD31-CE34-3230-4BB2-7C1E49E8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318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2DD6E-91A0-238E-778F-064D3B548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E29CED-1E41-5580-8D47-043251544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0918CC-C77F-AA34-A484-D8603728D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4FA18C-0206-C14B-04B9-C29358FF2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CD24E1-E08A-9DB1-08E8-2D556BAA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76CF64-BFC3-9444-3E9D-B1E43B11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5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46B0C-8B2B-257D-EB88-FC0CA586C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64C5AE-093B-50D1-1E4C-4101FB112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75EA3-FB98-79A3-61BA-F4E21EBC0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CC1534-91CD-2375-70F4-FD29E709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281E92-B419-2407-38D9-0A9CF1F62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98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5FAAA0-533E-054E-71F9-7FBB25D558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E4FA36-CA18-9B3A-19C5-366363B9C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5F6F8F-8C9F-5CCF-0A11-9472DB8B9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DD0906-B653-02B1-F91C-7E9A3AF2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2D5B9F-F53B-F399-446A-EBD477BC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03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E1B3A5-E0CB-6C0A-37B9-FAAD8184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8417F-3AB3-D67C-ECE4-86BBAFE29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4A5089-30E1-5E70-0544-92CA0C8A8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3ABF5-4A65-4F71-BAE3-34CF7D12BD8A}" type="datetimeFigureOut">
              <a:rPr lang="zh-CN" altLang="en-US" smtClean="0"/>
              <a:t>2026-03-25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04938A-D77F-C532-7E86-85255C3B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AEA035-A85F-188B-7ED5-6CFFD989B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3691A-37A4-4417-A812-90363F4B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24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3CE9C-3143-ED66-9AD2-0FE86D30E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0765"/>
          </a:xfrm>
        </p:spPr>
        <p:txBody>
          <a:bodyPr>
            <a:normAutofit/>
          </a:bodyPr>
          <a:lstStyle/>
          <a:p>
            <a:r>
              <a:rPr lang="zh-CN" altLang="en-US" sz="5400" b="1" dirty="0"/>
              <a:t>板料上料管理系统界面预览</a:t>
            </a:r>
          </a:p>
        </p:txBody>
      </p:sp>
    </p:spTree>
    <p:extLst>
      <p:ext uri="{BB962C8B-B14F-4D97-AF65-F5344CB8AC3E}">
        <p14:creationId xmlns:p14="http://schemas.microsoft.com/office/powerpoint/2010/main" val="78838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F293FAE-A49F-F255-44DA-D1F9DC287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733" y="0"/>
            <a:ext cx="95285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5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69A3A59-F649-2607-0B98-5864BF72C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43" y="186143"/>
            <a:ext cx="10085714" cy="6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57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24A35EB-6D87-EC46-258D-C34C0D94C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57" y="95666"/>
            <a:ext cx="10114286" cy="6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0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86A342-F99F-FD38-6825-8AD3AAFC5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66" y="262333"/>
            <a:ext cx="10066667" cy="6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884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10C356B-ACC3-AA36-5505-374C80133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52" y="214714"/>
            <a:ext cx="10038095" cy="6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6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AEB856D-FB30-F144-03C8-7076CFB58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05" y="52809"/>
            <a:ext cx="10076190" cy="6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282B11E-1518-6C40-F2E7-5596AF994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113" y="0"/>
            <a:ext cx="8333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0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ECAD61A-97AC-B0FC-5C34-50AEAD2FB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132" y="889941"/>
            <a:ext cx="2780952" cy="48952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45352F-3B88-73CE-CAE4-E6F8385CD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998" y="861370"/>
            <a:ext cx="2809524" cy="49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7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</Words>
  <Application>Microsoft Office PowerPoint</Application>
  <PresentationFormat>宽屏</PresentationFormat>
  <Paragraphs>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板料上料管理系统界面预览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Poly</dc:creator>
  <cp:lastModifiedBy>Li Poly</cp:lastModifiedBy>
  <cp:revision>3</cp:revision>
  <dcterms:created xsi:type="dcterms:W3CDTF">2026-03-24T15:25:13Z</dcterms:created>
  <dcterms:modified xsi:type="dcterms:W3CDTF">2026-03-25T14:06:12Z</dcterms:modified>
</cp:coreProperties>
</file>